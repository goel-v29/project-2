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66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224" y="521547"/>
            <a:ext cx="7741553" cy="84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Scientific Calculator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203788" y="1772709"/>
            <a:ext cx="2892212" cy="360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18453" y="1772709"/>
            <a:ext cx="4856480" cy="30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32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</a:t>
            </a:r>
            <a:endParaRPr lang="en-US" sz="32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1415627" y="3469005"/>
            <a:ext cx="6475306" cy="584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: Building a GUI-based Scientific Calculator</a:t>
            </a:r>
            <a:endParaRPr lang="en-US" sz="20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B72EF-477C-D2CF-8FA5-81CC7E3462BA}"/>
              </a:ext>
            </a:extLst>
          </p:cNvPr>
          <p:cNvSpPr txBox="1"/>
          <p:nvPr/>
        </p:nvSpPr>
        <p:spPr>
          <a:xfrm>
            <a:off x="2214880" y="2384213"/>
            <a:ext cx="4253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:  VANSHIKA GOEL</a:t>
            </a:r>
            <a:endParaRPr lang="en-IN" sz="32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scientific calculator GUI using Python and Tkinter framework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both basic arithmetic and advanced scientific functions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expression evaluation with sandboxed math environment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support and calculation history tracking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11696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19350"/>
            <a:ext cx="7924800" cy="11696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Features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Operations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720"/>
            <a:ext cx="76169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Addition, subtraction, multiplication, division, modulus, exponents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264795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Functions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120390"/>
            <a:ext cx="76169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Trigonometry, logarithms, roots (√, ∛), constants (π, e), factorial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3.x for core logic and computation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Tkinter library with ttk for tabbed interface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math (functions), re (regex preprocessing)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Studio Code for development and testing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A5FAC-1B9F-4239-8E05-6668CCB32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06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1100×520 pixels, resizable to minimum 900×420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Left calculator keypad, right history panel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Dark background with white text for better contrast and visibility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Large, clickable with visual affordance (green "=", red "Clear")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Responsiveness: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Grid-based flexible layout for smooth resizing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Evaluation: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Sandboxed environment blocks arbitrary code execution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Preprocessing: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Auto-converts √9 to sqrt(9), 5! to fact(5)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Support: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input support (Enter, Backspace, Escape shortcuts)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Tracking: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Persistent panel auto-scrolls to latest calculation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Functions: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Context-aware behavior for scientific operations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Window size, colors, fonts, and button dimensions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Math Dictionary: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Restricted set of allowed mathematical operations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Variables: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Expression string and history list management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Expression evaluation, factorial handling, smart preprocessing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Tkinter event binding for keyboard and button interactions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1503" y="609600"/>
            <a:ext cx="33809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Application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89654" y="1368213"/>
            <a:ext cx="4456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✓ Fully functional and tested calculator</a:t>
            </a:r>
            <a:endParaRPr 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189654" y="1759372"/>
            <a:ext cx="276351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demonstrated: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4453" y="2118359"/>
            <a:ext cx="5921587" cy="188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expression display and calculation</a:t>
            </a:r>
            <a:endParaRPr lang="en-US" sz="1350" dirty="0"/>
          </a:p>
          <a:p>
            <a:pPr marL="342900" indent="-342900" algn="l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keypad with all required operations</a:t>
            </a:r>
            <a:endParaRPr lang="en-US" sz="1350" dirty="0"/>
          </a:p>
          <a:p>
            <a:pPr marL="342900" indent="-342900" algn="l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history panel with calculation records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42293-7A94-6791-A461-401F4931BDB6}"/>
              </a:ext>
            </a:extLst>
          </p:cNvPr>
          <p:cNvSpPr txBox="1"/>
          <p:nvPr/>
        </p:nvSpPr>
        <p:spPr>
          <a:xfrm>
            <a:off x="250614" y="609600"/>
            <a:ext cx="82837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dirty="0">
                <a:solidFill>
                  <a:srgbClr val="38BDF8"/>
                </a:solidFill>
                <a:effectLst/>
                <a:latin typeface="Arial" panose="020B0604020202020204" pitchFamily="34" charset="0"/>
              </a:rPr>
              <a:t>Recommendations &amp; Enhancements</a:t>
            </a:r>
          </a:p>
          <a:p>
            <a:pPr algn="l">
              <a:buNone/>
            </a:pPr>
            <a:endParaRPr lang="en-GB" b="1" i="0" dirty="0">
              <a:solidFill>
                <a:srgbClr val="38BDF8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CBD5E1"/>
                </a:solidFill>
                <a:effectLst/>
                <a:latin typeface="Arial" panose="020B0604020202020204" pitchFamily="34" charset="0"/>
              </a:rPr>
              <a:t>Add radian/degree toggle for trigonometric functions</a:t>
            </a:r>
          </a:p>
          <a:p>
            <a:pPr algn="l"/>
            <a:endParaRPr lang="en-GB" b="0" i="0" dirty="0">
              <a:solidFill>
                <a:srgbClr val="CBD5E1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CBD5E1"/>
                </a:solidFill>
                <a:effectLst/>
                <a:latin typeface="Arial" panose="020B0604020202020204" pitchFamily="34" charset="0"/>
              </a:rPr>
              <a:t>Implement memory functions (M+, M-, MR, MC) for efficient calculations</a:t>
            </a:r>
          </a:p>
          <a:p>
            <a:pPr algn="l"/>
            <a:endParaRPr lang="en-GB" b="0" i="0" dirty="0">
              <a:solidFill>
                <a:srgbClr val="CBD5E1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CBD5E1"/>
                </a:solidFill>
                <a:effectLst/>
                <a:latin typeface="Arial" panose="020B0604020202020204" pitchFamily="34" charset="0"/>
              </a:rPr>
              <a:t>Introduce theme customization and accessibility features</a:t>
            </a:r>
          </a:p>
          <a:p>
            <a:pPr algn="l"/>
            <a:endParaRPr lang="en-GB" b="0" i="0" dirty="0">
              <a:solidFill>
                <a:srgbClr val="CBD5E1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CBD5E1"/>
                </a:solidFill>
                <a:effectLst/>
                <a:latin typeface="Arial" panose="020B0604020202020204" pitchFamily="34" charset="0"/>
              </a:rPr>
              <a:t>Export calculation history to CSV or PDF format</a:t>
            </a:r>
          </a:p>
          <a:p>
            <a:pPr algn="l"/>
            <a:endParaRPr lang="en-GB" b="0" i="0" dirty="0">
              <a:solidFill>
                <a:srgbClr val="CBD5E1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CBD5E1"/>
                </a:solidFill>
                <a:effectLst/>
                <a:latin typeface="Arial" panose="020B0604020202020204" pitchFamily="34" charset="0"/>
              </a:rPr>
              <a:t>Add unit conversion tools and programmer mode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6838" y="337400"/>
            <a:ext cx="32844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18347" y="1055369"/>
            <a:ext cx="6643119" cy="240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Core Python programming and object-oriented principles</a:t>
            </a:r>
            <a:endParaRPr lang="en-US" sz="1350" dirty="0"/>
          </a:p>
          <a:p>
            <a:pPr marL="342900" indent="-342900" algn="ctr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Tkinter GUI framework and event-driven programming</a:t>
            </a:r>
            <a:endParaRPr lang="en-US" sz="1350" dirty="0"/>
          </a:p>
          <a:p>
            <a:pPr marL="342900" indent="-342900" algn="ctr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Secure code evaluation and sandboxing techniques</a:t>
            </a:r>
            <a:endParaRPr lang="en-US" sz="1350" dirty="0"/>
          </a:p>
          <a:p>
            <a:pPr marL="342900" indent="-342900" algn="ctr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Full-stack application development workflow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824481" y="3569547"/>
            <a:ext cx="3461172" cy="765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414</Words>
  <Application>Microsoft Office PowerPoint</Application>
  <PresentationFormat>On-screen Show (16:9)</PresentationFormat>
  <Paragraphs>70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VANSHIKA GOEL</cp:lastModifiedBy>
  <cp:revision>2</cp:revision>
  <dcterms:created xsi:type="dcterms:W3CDTF">2025-12-03T11:26:29Z</dcterms:created>
  <dcterms:modified xsi:type="dcterms:W3CDTF">2025-12-03T11:43:21Z</dcterms:modified>
</cp:coreProperties>
</file>